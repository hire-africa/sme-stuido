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788"/>
        </a:solidFill>
      </p:bgPr>
    </p:bg>
    <p:spTree>
      <p:nvGrpSpPr>
        <p:cNvPr id="1" name=""/>
        <p:cNvGrpSpPr/>
        <p:nvPr/>
      </p:nvGrpSpPr>
      <p:grpSpPr>
        <a:xfrm>
          <a:off x="0" y="0"/>
          <a:ext cx="0" cy="0"/>
          <a:chOff x="0" y="0"/>
          <a:chExt cx="0" cy="0"/>
        </a:xfrm>
      </p:grpSpPr>
      <p:sp>
        <p:nvSpPr>
          <p:cNvPr id="2" name="Text 0"/>
          <p:cNvSpPr/>
          <p:nvPr/>
        </p:nvSpPr>
        <p:spPr>
          <a:xfrm>
            <a:off x="457200" y="2286000"/>
            <a:ext cx="8229600" cy="914400"/>
          </a:xfrm>
          <a:prstGeom prst="rect">
            <a:avLst/>
          </a:prstGeom>
          <a:noFill/>
          <a:ln/>
        </p:spPr>
        <p:txBody>
          <a:bodyPr wrap="square" rtlCol="0" anchor="ctr"/>
          <a:lstStyle/>
          <a:p>
            <a:pPr algn="ctr" indent="0" marL="0">
              <a:buNone/>
            </a:pPr>
            <a:r>
              <a:rPr lang="en-US" sz="6000" b="1" dirty="0">
                <a:solidFill>
                  <a:srgbClr val="FFFFFF"/>
                </a:solidFill>
                <a:latin typeface="Times New Roman" pitchFamily="34" charset="0"/>
                <a:ea typeface="Times New Roman" pitchFamily="34" charset="-122"/>
                <a:cs typeface="Times New Roman" pitchFamily="34" charset="-120"/>
              </a:rPr>
              <a:t>sjddd</a:t>
            </a:r>
            <a:endParaRPr lang="en-US" sz="6000" dirty="0"/>
          </a:p>
        </p:txBody>
      </p:sp>
      <p:sp>
        <p:nvSpPr>
          <p:cNvPr id="3" name="Text 1"/>
          <p:cNvSpPr/>
          <p:nvPr/>
        </p:nvSpPr>
        <p:spPr>
          <a:xfrm>
            <a:off x="457200" y="3383280"/>
            <a:ext cx="8229600" cy="731520"/>
          </a:xfrm>
          <a:prstGeom prst="rect">
            <a:avLst/>
          </a:prstGeom>
          <a:noFill/>
          <a:ln/>
        </p:spPr>
        <p:txBody>
          <a:bodyPr wrap="square" rtlCol="0" anchor="ctr"/>
          <a:lstStyle/>
          <a:p>
            <a:pPr algn="ctr" indent="0" marL="0">
              <a:buNone/>
            </a:pPr>
            <a:r>
              <a:rPr lang="en-US" sz="4400" b="1" dirty="0">
                <a:solidFill>
                  <a:srgbClr val="E8A537"/>
                </a:solidFill>
                <a:latin typeface="Times New Roman" pitchFamily="34" charset="0"/>
                <a:ea typeface="Times New Roman" pitchFamily="34" charset="-122"/>
                <a:cs typeface="Times New Roman" pitchFamily="34" charset="-120"/>
              </a:rPr>
              <a:t>COMPANY PROFILE</a:t>
            </a:r>
            <a:endParaRPr lang="en-US" sz="4400" dirty="0"/>
          </a:p>
        </p:txBody>
      </p:sp>
      <p:sp>
        <p:nvSpPr>
          <p:cNvPr id="4" name="Text 2"/>
          <p:cNvSpPr/>
          <p:nvPr/>
        </p:nvSpPr>
        <p:spPr>
          <a:xfrm>
            <a:off x="457200" y="5943600"/>
            <a:ext cx="8229600" cy="457200"/>
          </a:xfrm>
          <a:prstGeom prst="rect">
            <a:avLst/>
          </a:prstGeom>
          <a:noFill/>
          <a:ln/>
        </p:spPr>
        <p:txBody>
          <a:bodyPr wrap="square" rtlCol="0" anchor="ctr"/>
          <a:lstStyle/>
          <a:p>
            <a:pPr algn="ctr" indent="0" marL="0">
              <a:buNone/>
            </a:pPr>
            <a:r>
              <a:rPr lang="en-US" sz="1600" dirty="0">
                <a:solidFill>
                  <a:srgbClr val="666666"/>
                </a:solidFill>
                <a:latin typeface="Times New Roman" pitchFamily="34" charset="0"/>
                <a:ea typeface="Times New Roman" pitchFamily="34" charset="-122"/>
                <a:cs typeface="Times New Roman" pitchFamily="34" charset="-120"/>
              </a:rPr>
              <a:t>November 18, 2025</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788"/>
          </a:solidFill>
          <a:ln/>
        </p:spPr>
      </p:sp>
      <p:sp>
        <p:nvSpPr>
          <p:cNvPr id="3" name="Text 1"/>
          <p:cNvSpPr/>
          <p:nvPr/>
        </p:nvSpPr>
        <p:spPr>
          <a:xfrm>
            <a:off x="457200" y="182880"/>
            <a:ext cx="8229600" cy="640080"/>
          </a:xfrm>
          <a:prstGeom prst="rect">
            <a:avLst/>
          </a:prstGeom>
          <a:noFill/>
          <a:ln/>
        </p:spPr>
        <p:txBody>
          <a:bodyPr wrap="square" rtlCol="0" anchor="ctr"/>
          <a:lstStyle/>
          <a:p>
            <a:pPr indent="0" marL="0">
              <a:buNone/>
            </a:pPr>
            <a:r>
              <a:rPr lang="en-US" sz="4000" b="1" dirty="0">
                <a:solidFill>
                  <a:srgbClr val="FFFFFF"/>
                </a:solidFill>
                <a:latin typeface="Times New Roman" pitchFamily="34" charset="0"/>
                <a:ea typeface="Times New Roman" pitchFamily="34" charset="-122"/>
                <a:cs typeface="Times New Roman" pitchFamily="34" charset="-120"/>
              </a:rPr>
              <a:t>1. Company Overview:</a:t>
            </a:r>
            <a:endParaRPr lang="en-US" sz="4000" dirty="0"/>
          </a:p>
        </p:txBody>
      </p:sp>
      <p:sp>
        <p:nvSpPr>
          <p:cNvPr id="4" name="Text 2"/>
          <p:cNvSpPr/>
          <p:nvPr/>
        </p:nvSpPr>
        <p:spPr>
          <a:xfrm>
            <a:off x="640080" y="11887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Founded a year ago, sjddd is a dynamic, award-winning software company situated in the evolving ICT sector. Despite being a newcomer, we have established a strong footprint and reputation within this domain. We are a specialized, highly motivated team with a singular focus on delivering excellence in website development.</a:t>
            </a:r>
            <a:endParaRPr lang="en-US" sz="1600" dirty="0"/>
          </a:p>
        </p:txBody>
      </p:sp>
      <p:sp>
        <p:nvSpPr>
          <p:cNvPr id="5" name="Text 3"/>
          <p:cNvSpPr/>
          <p:nvPr/>
        </p:nvSpPr>
        <p:spPr>
          <a:xfrm>
            <a:off x="640080" y="16459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2. Mission &amp; Vision:</a:t>
            </a:r>
            <a:endParaRPr lang="en-US" sz="1600" dirty="0"/>
          </a:p>
        </p:txBody>
      </p:sp>
      <p:sp>
        <p:nvSpPr>
          <p:cNvPr id="6" name="Text 4"/>
          <p:cNvSpPr/>
          <p:nvPr/>
        </p:nvSpPr>
        <p:spPr>
          <a:xfrm>
            <a:off x="640080" y="21031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Our mission is developing state-of-the-art websites that are both functional and visually appealing, thereby helping businesses reach and engage with their target audiences more effectively. We envision elevating businesses of all sizes by creating best-in-class digital solutions that facilitate their growth, one website at a time.</a:t>
            </a:r>
            <a:endParaRPr lang="en-US" sz="1600" dirty="0"/>
          </a:p>
        </p:txBody>
      </p:sp>
      <p:sp>
        <p:nvSpPr>
          <p:cNvPr id="7" name="Text 5"/>
          <p:cNvSpPr/>
          <p:nvPr/>
        </p:nvSpPr>
        <p:spPr>
          <a:xfrm>
            <a:off x="640080" y="25603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3. Our Services:</a:t>
            </a:r>
            <a:endParaRPr lang="en-US" sz="1600" dirty="0"/>
          </a:p>
        </p:txBody>
      </p:sp>
      <p:sp>
        <p:nvSpPr>
          <p:cNvPr id="8" name="Text 6"/>
          <p:cNvSpPr/>
          <p:nvPr/>
        </p:nvSpPr>
        <p:spPr>
          <a:xfrm>
            <a:off x="640080" y="30175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Here at sjddd, we pride ourselves on our superior service in website development. Our solutions are strategic, innovative, and tailored to suit your specific business requirements. Whether you need a simple informational site or a complex e-commerce platform, our services are designed to enhance user experience while maximizing your online visibility.</a:t>
            </a:r>
            <a:endParaRPr lang="en-US" sz="1600" dirty="0"/>
          </a:p>
        </p:txBody>
      </p:sp>
      <p:sp>
        <p:nvSpPr>
          <p:cNvPr id="9" name="Text 7"/>
          <p:cNvSpPr/>
          <p:nvPr/>
        </p:nvSpPr>
        <p:spPr>
          <a:xfrm>
            <a:off x="640080" y="34747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4. Why Choose Us:</a:t>
            </a:r>
            <a:endParaRPr lang="en-US" sz="1600" dirty="0"/>
          </a:p>
        </p:txBody>
      </p:sp>
      <p:sp>
        <p:nvSpPr>
          <p:cNvPr id="10" name="Text 8"/>
          <p:cNvSpPr/>
          <p:nvPr/>
        </p:nvSpPr>
        <p:spPr>
          <a:xfrm>
            <a:off x="640080" y="39319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Choosing sjddd guarantees you access to cutting-edge website solutions that are visually engaging and user-friendly. Our unique approach meshes targeted strategy with creative design to deliver exceptional results. Despite being a single-member team, our commitment and dedication to exceeding client expectations set us apart.</a:t>
            </a:r>
            <a:endParaRPr lang="en-US" sz="1600" dirty="0"/>
          </a:p>
        </p:txBody>
      </p:sp>
      <p:sp>
        <p:nvSpPr>
          <p:cNvPr id="11" name="Text 9"/>
          <p:cNvSpPr/>
          <p:nvPr/>
        </p:nvSpPr>
        <p:spPr>
          <a:xfrm>
            <a:off x="640080" y="43891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5. Team Highlights:</a:t>
            </a:r>
            <a:endParaRPr lang="en-US" sz="1600" dirty="0"/>
          </a:p>
        </p:txBody>
      </p:sp>
      <p:sp>
        <p:nvSpPr>
          <p:cNvPr id="12" name="Text 10"/>
          <p:cNvSpPr/>
          <p:nvPr/>
        </p:nvSpPr>
        <p:spPr>
          <a:xfrm>
            <a:off x="640080" y="48463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Our team consists of a singular highly skilled professional who brings a wealth of expertise to every project. Armed with in-depth industry knowledge and unwavering commitment to excellence, our team member provides exceptional individualized attention to each project, ensuring its success.</a:t>
            </a:r>
            <a:endParaRPr lang="en-US" sz="1600" dirty="0"/>
          </a:p>
        </p:txBody>
      </p:sp>
      <p:sp>
        <p:nvSpPr>
          <p:cNvPr id="13" name="Text 11"/>
          <p:cNvSpPr/>
          <p:nvPr/>
        </p:nvSpPr>
        <p:spPr>
          <a:xfrm>
            <a:off x="640080" y="53035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6. Key Achievements:</a:t>
            </a:r>
            <a:endParaRPr lang="en-US" sz="1600" dirty="0"/>
          </a:p>
        </p:txBody>
      </p:sp>
      <p:sp>
        <p:nvSpPr>
          <p:cNvPr id="14" name="Text 12"/>
          <p:cNvSpPr/>
          <p:nvPr/>
        </p:nvSpPr>
        <p:spPr>
          <a:xfrm>
            <a:off x="640080" y="57607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Within just a year of operation, we have earned the title of "award-winning software company". This is a testament to our meticulously crafted solutions, hard work, and dedication towards every assignment we undertake. This achievement motivates us to continue setting high benchmarks in the ICT sector.</a:t>
            </a:r>
            <a:endParaRPr lang="en-US" sz="1600" dirty="0"/>
          </a:p>
        </p:txBody>
      </p:sp>
      <p:sp>
        <p:nvSpPr>
          <p:cNvPr id="15" name="Text 13"/>
          <p:cNvSpPr/>
          <p:nvPr/>
        </p:nvSpPr>
        <p:spPr>
          <a:xfrm>
            <a:off x="640080" y="62179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7. Client Testimonials:</a:t>
            </a:r>
            <a:endParaRPr lang="en-US" sz="1600" dirty="0"/>
          </a:p>
        </p:txBody>
      </p:sp>
      <p:sp>
        <p:nvSpPr>
          <p:cNvPr id="16" name="Text 14"/>
          <p:cNvSpPr/>
          <p:nvPr/>
        </p:nvSpPr>
        <p:spPr>
          <a:xfrm>
            <a:off x="640080" y="66751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Our clients are the backbone of our success. While we are in the process of collecting testimonials, we are confident that our clients' positive feedback will reflect our commitment to delivering superior website development services. (Note: Replace with genuine testimonials when obtained.)</a:t>
            </a:r>
            <a:endParaRPr lang="en-US" sz="1600" dirty="0"/>
          </a:p>
        </p:txBody>
      </p:sp>
      <p:sp>
        <p:nvSpPr>
          <p:cNvPr id="17" name="Text 15"/>
          <p:cNvSpPr/>
          <p:nvPr/>
        </p:nvSpPr>
        <p:spPr>
          <a:xfrm>
            <a:off x="640080" y="71323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8. Contact Information:</a:t>
            </a:r>
            <a:endParaRPr lang="en-US" sz="1600" dirty="0"/>
          </a:p>
        </p:txBody>
      </p:sp>
      <p:sp>
        <p:nvSpPr>
          <p:cNvPr id="18" name="Text 16"/>
          <p:cNvSpPr/>
          <p:nvPr/>
        </p:nvSpPr>
        <p:spPr>
          <a:xfrm>
            <a:off x="640080" y="75895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For further information about our services or to discuss your project needs, reach out to us at info@sjddd.com. We are looking forward to collaborating with you and helping your business thrive online.</a:t>
            </a:r>
            <a:endParaRPr lang="en-US" sz="1600" dirty="0"/>
          </a:p>
        </p:txBody>
      </p:sp>
      <p:sp>
        <p:nvSpPr>
          <p:cNvPr id="19" name="Text 17"/>
          <p:cNvSpPr/>
          <p:nvPr/>
        </p:nvSpPr>
        <p:spPr>
          <a:xfrm>
            <a:off x="640080" y="8046720"/>
            <a:ext cx="7863840" cy="457200"/>
          </a:xfrm>
          <a:prstGeom prst="rect">
            <a:avLst/>
          </a:prstGeom>
          <a:noFill/>
          <a:ln/>
        </p:spPr>
        <p:txBody>
          <a:bodyPr wrap="square" rtlCol="0" anchor="ctr"/>
          <a:lstStyle/>
          <a:p>
            <a:pPr indent="0" marL="0">
              <a:buNone/>
            </a:pPr>
            <a:r>
              <a:rPr lang="en-US" sz="1600" dirty="0">
                <a:solidFill>
                  <a:srgbClr val="333333"/>
                </a:solidFill>
                <a:latin typeface="Times New Roman" pitchFamily="34" charset="0"/>
                <a:ea typeface="Times New Roman" pitchFamily="34" charset="-122"/>
                <a:cs typeface="Times New Roman" pitchFamily="34" charset="-120"/>
              </a:rPr>
              <a:t>Note: This company profile sets up sjddd in a professional and engaging light. It highlights the company's core strengths and achievements, making it suitable for tenders and client pitches.</a:t>
            </a:r>
            <a:endParaRPr lang="en-US" sz="1600" dirty="0"/>
          </a:p>
        </p:txBody>
      </p:sp>
      <p:sp>
        <p:nvSpPr>
          <p:cNvPr id="20" name="Shape 18"/>
          <p:cNvSpPr/>
          <p:nvPr/>
        </p:nvSpPr>
        <p:spPr>
          <a:xfrm>
            <a:off x="0" y="6400800"/>
            <a:ext cx="9144000" cy="457200"/>
          </a:xfrm>
          <a:prstGeom prst="rect">
            <a:avLst/>
          </a:prstGeom>
          <a:solidFill>
            <a:srgbClr val="E8A537"/>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4788"/>
        </a:solidFill>
      </p:bgPr>
    </p:bg>
    <p:spTree>
      <p:nvGrpSpPr>
        <p:cNvPr id="1" name=""/>
        <p:cNvGrpSpPr/>
        <p:nvPr/>
      </p:nvGrpSpPr>
      <p:grpSpPr>
        <a:xfrm>
          <a:off x="0" y="0"/>
          <a:ext cx="0" cy="0"/>
          <a:chOff x="0" y="0"/>
          <a:chExt cx="0" cy="0"/>
        </a:xfrm>
      </p:grpSpPr>
      <p:sp>
        <p:nvSpPr>
          <p:cNvPr id="2" name="Text 0"/>
          <p:cNvSpPr/>
          <p:nvPr/>
        </p:nvSpPr>
        <p:spPr>
          <a:xfrm>
            <a:off x="457200" y="2286000"/>
            <a:ext cx="8229600" cy="914400"/>
          </a:xfrm>
          <a:prstGeom prst="rect">
            <a:avLst/>
          </a:prstGeom>
          <a:noFill/>
          <a:ln/>
        </p:spPr>
        <p:txBody>
          <a:bodyPr wrap="square" rtlCol="0" anchor="ctr"/>
          <a:lstStyle/>
          <a:p>
            <a:pPr algn="ctr" indent="0" marL="0">
              <a:buNone/>
            </a:pPr>
            <a:r>
              <a:rPr lang="en-US" sz="6000" b="1" dirty="0">
                <a:solidFill>
                  <a:srgbClr val="E8A537"/>
                </a:solidFill>
                <a:latin typeface="Times New Roman" pitchFamily="34" charset="0"/>
                <a:ea typeface="Times New Roman" pitchFamily="34" charset="-122"/>
                <a:cs typeface="Times New Roman" pitchFamily="34" charset="-120"/>
              </a:rPr>
              <a:t>THANK YOU</a:t>
            </a:r>
            <a:endParaRPr lang="en-US" sz="6000" dirty="0"/>
          </a:p>
        </p:txBody>
      </p:sp>
      <p:sp>
        <p:nvSpPr>
          <p:cNvPr id="3" name="Text 1"/>
          <p:cNvSpPr/>
          <p:nvPr/>
        </p:nvSpPr>
        <p:spPr>
          <a:xfrm>
            <a:off x="457200" y="3474720"/>
            <a:ext cx="8229600" cy="548640"/>
          </a:xfrm>
          <a:prstGeom prst="rect">
            <a:avLst/>
          </a:prstGeom>
          <a:noFill/>
          <a:ln/>
        </p:spPr>
        <p:txBody>
          <a:bodyPr wrap="square" rtlCol="0" anchor="ctr"/>
          <a:lstStyle/>
          <a:p>
            <a:pPr algn="ctr" indent="0" marL="0">
              <a:buNone/>
            </a:pPr>
            <a:r>
              <a:rPr lang="en-US" sz="3200" dirty="0">
                <a:solidFill>
                  <a:srgbClr val="FFFFFF"/>
                </a:solidFill>
                <a:latin typeface="Times New Roman" pitchFamily="34" charset="0"/>
                <a:ea typeface="Times New Roman" pitchFamily="34" charset="-122"/>
                <a:cs typeface="Times New Roman" pitchFamily="34" charset="-120"/>
              </a:rPr>
              <a:t>sjddd</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2025-11-18T11:56:28Z</dcterms:created>
  <dcterms:modified xsi:type="dcterms:W3CDTF">2025-11-18T11:56:28Z</dcterms:modified>
</cp:coreProperties>
</file>